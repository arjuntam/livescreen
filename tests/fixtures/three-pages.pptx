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C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000">
                <a:solidFill>
                  <a:srgbClr val="FFFFFF"/>
                </a:solidFill>
              </a:defRPr>
            </a:pPr>
            <a:r>
              <a:t>PAGE 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52B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000">
                <a:solidFill>
                  <a:srgbClr val="FFFFFF"/>
                </a:solidFill>
              </a:defRPr>
            </a:pPr>
            <a:r>
              <a:t>PAGE TWO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6F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000">
                <a:solidFill>
                  <a:srgbClr val="FFFFFF"/>
                </a:solidFill>
              </a:defRPr>
            </a:pPr>
            <a:r>
              <a:t>PAGE THREE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